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quipo y unidad de análisis" id="{11f0a217-c063-aa25-f0dc-fe1dc68fc88d}">
          <p14:sldIdLst>
            <p14:sldId id="256"/>
            <p14:sldId id="257"/>
            <p14:sldId id="258"/>
          </p14:sldIdLst>
        </p14:section>
        <p14:section name="Modelo de negocio" id="{9a7c011b-9842-55b8-b787-fe24b91fee32}">
          <p14:sldIdLst>
            <p14:sldId id="259"/>
          </p14:sldIdLst>
        </p14:section>
        <p14:section name="Diagnóstico" id="{8bf727aa-2af1-93ab-b015-cbebfc5de34c}">
          <p14:sldIdLst>
            <p14:sldId id="260"/>
            <p14:sldId id="261"/>
            <p14:sldId id="262"/>
            <p14:sldId id="263"/>
          </p14:sldIdLst>
        </p14:section>
        <p14:section name="Ruta y alcance" id="{d531f546-bf48-0761-9c8d-575559fe48bf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Presentamos al equipo consultor y el objetivo de la sesión: que TALENT sepa con claridad qué va a recibir de la consultoría y qué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se presenta en una frase. Aclarar que Bárbara es la fundadora de TALENT: participa como cliente y no calificó 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comprometernos verificamos que TALENT cumple el perfil que exige el curso. Si ya fuera una sociedad, no habría formalización que diagnosticar.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modelo que reconstruimos con la fundadora. Es la línea base de los cuatro TA. Diferencial: no solo presta el servicio, deja el área funcionando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diagnóstico no se llenó por suposición: se aplicó con la fundadora y cada respuesta tiene su soporte en el Data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central: el producto y la marca están listos, lo que falta es la estructura legal. Ocho de doce aspectos todavía no se cumplen.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regla: seguridad social, licencia SST por medio de la aliada y portafolio. El resto está por resolver.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hallazgos y una fortaleza. Subrayar el 03: TALENT va a manejar datos sensibles de empleados de otras empresas sin política ni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TA1 resuelve formalización, tipo de empresa y marca; TA2 contratos y datos; TA3 la sostenibilidad del negocio; TA4 cierra con la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clave para el cliente: qué va a recibir y qué no. Las decisiones y los trámites quedan a cargo de la fundadora.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compromisos concretos del cliente y la fecha de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Agradecer, abrir espacio para preguntas del cliente y confirmar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3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D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ENA">
    <p:bg>
      <p:bgPr>
        <a:solidFill>
          <a:srgbClr val="E5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0040"/>
            <a:ext cx="4572000" cy="20025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ACCOUNTABILITY · DIAGNÓSTICO INICIAL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6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TALENT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800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encontramos, lo que vamos a trabajar durante ocho semanas y lo que queda por fuera.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Laboratorio de Ideas: Creación de Empresa · CEIPA · Docente Santiago Arias Torres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EQUIPO CONSULTOR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consultoras para TALENT</a:t>
            </a:r>
            <a:endParaRPr lang="en-US" sz="4000" dirty="0"/>
          </a:p>
        </p:txBody>
      </p:sp>
      <p:pic>
        <p:nvPicPr>
          <p:cNvPr id="4" name="Image 0" descr="Bárbara Villada Valder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201168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Bárbara Villada Valderrama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de TALENT · cliente</a:t>
            </a:r>
            <a:endParaRPr lang="en-US" sz="1300" dirty="0"/>
          </a:p>
        </p:txBody>
      </p:sp>
      <p:pic>
        <p:nvPicPr>
          <p:cNvPr id="7" name="Image 1" descr="Lina Marcela Cataño Fernández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07208" y="1965960"/>
            <a:ext cx="20116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07208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 Marcela Cataño Fernández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2807208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0" name="Image 2" descr="Diana Marcela Salazar Ramírez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65776" y="1965960"/>
            <a:ext cx="2011680" cy="2240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65776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Marcela Salazar Ramírez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065776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3" name="Image 3" descr="Yurany Posada Sánchez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24344" y="1965960"/>
            <a:ext cx="2011680" cy="2240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24344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Yurany Posada Sánchez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7324344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seguimiento</a:t>
            </a:r>
            <a:endParaRPr lang="en-US" sz="1300" dirty="0"/>
          </a:p>
        </p:txBody>
      </p:sp>
      <p:pic>
        <p:nvPicPr>
          <p:cNvPr id="16" name="Image 4" descr="Carolina Flórez Rúa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82912" y="1965960"/>
            <a:ext cx="2011680" cy="2240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582912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Flórez Rúa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9582912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UNIDAD DE ANÁLISIS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ya opera: tiene página web, redes, portafolio y está buscando clientes. Pero todavía no está formalizada, y eso es justo lo que trabaja esta consultoría.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5120640" cy="1051560"/>
          </a:xfrm>
          <a:prstGeom prst="roundRect">
            <a:avLst>
              <a:gd name="adj" fmla="val 13043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14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el perfil: emprendimiento real, verificable y no formalizado.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constituida como sociedad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el RUES por nombre y cédula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788920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953512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matrícula mercantil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RUES y respuesta de la fundadora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3776472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941064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y se puede verificar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Instagram @talent.hhrr, correo y portafolio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4764024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928616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actividad económica real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Planes, precios y prospección de empresas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MODELO DE NEGOCIO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funciona TALENT hoy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SOCIOS CLAVE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Asesora SST con licencia, operador de PILA, contador y abogado laboral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07792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907792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Nómina, selección, SG-SST, políticas y capacitación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70632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07792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RECURSOS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de la fundadora, marca, web y plataforma propia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92624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9784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DE VALOR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129784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y manejar el área de RRHH con tecnología, y acompañarla hasta que funcione sola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14616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y acompañamiento mensual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14616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1776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CANALES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51776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redes, WhatsApp, correo y referidos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36608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73768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73768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y startups desde 1 empleado, primero en Antioquia y luego en toda Colombia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la fundadora, herramientas digitales, publicidad, aliados y formalización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0362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4078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INGRESOS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4078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mensuales según número de empleados, proyectos de SG-SST, diagnóstico de RRHH y planes a la medida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CÓMO LO HICIMOS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diagnóstico con evidencia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revisados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cinco frentes: registro, tributario, seguridad social, contratos y datos, marca y operación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5152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octubre de 2026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virtual por Google Meet con la fundadora de TALENT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1624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8421624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consultoras aplicaron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Salazar y Lina Cataño, sin conflicto de interés con el cliente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Soportes: </a:t>
            </a:r>
            <a:pPr indent="0" marL="0">
              <a:buNone/>
            </a:pPr>
            <a:r>
              <a:rPr lang="en-US" sz="16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pantallazos de la reunión, acta firmada, consulta RUES, RUT, planilla PILA y licencia SST de la aliada.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está lista para vender, pero no para facturar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204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parcialmente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4206240"/>
            <a:ext cx="5120640" cy="0"/>
          </a:xfrm>
          <a:prstGeom prst="line">
            <a:avLst/>
          </a:prstGeom>
          <a:noFill/>
          <a:ln w="31750">
            <a:solidFill>
              <a:srgbClr val="8C3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8C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5349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cumplen, de 12 aspectos revisados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DETALLE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aspectos, uno por uno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 en Cámara de Comercio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empresa definido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 con la actividad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6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Facturación electrónica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Régimen tributario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social independiente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modelo con clientes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datos personales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registrada ante la SIC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 SST (aliada)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bancaria separada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Portafolio y precios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HALLAZGOS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FORMALIZACIÓN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matrícula, facturación electrónica ni cuenta bancaria propia. Hoy no puede facturarles a las pymes que quiere tener como clientes.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TIPO DE EMPRESA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entre persona natural o S.A.S. De esa decisión dependen los demás trámites y la llegada de inversionistas.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CONTRATOS Y DATOS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contrato con clientes ni política de datos, aunque manejará nómina e incapacidades de terceros. Es el riesgo más alto.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MARCA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registrada y “Talent” es una palabra muy común en RRHH. Hay que revisar si se puede registrar.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578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Fortaleza: </a:t>
            </a:r>
            <a:pPr indent="0" marL="0">
              <a:buNone/>
            </a:pPr>
            <a:r>
              <a:rPr lang="en-US" sz="17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claro, marca y web listas, seguridad social al día y una aliada con licencia en SST.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RUTA DE INTERVENCIÓN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trabajamos en cada entrega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64008"/>
          </a:xfrm>
          <a:prstGeom prst="rect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3 · 2–8 nov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societario, estatutos de la S.A.S. y registrabilidad de la marca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606040" cy="64008"/>
          </a:xfrm>
          <a:prstGeom prst="rect">
            <a:avLst/>
          </a:prstGeom>
          <a:solidFill>
            <a:srgbClr val="C9B48F"/>
          </a:solidFill>
          <a:ln w="12700">
            <a:solidFill>
              <a:srgbClr val="C9B4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5 · 16–22 nov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empresarial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Consumidores, términos y condiciones, datos personales y contratos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606040" cy="64008"/>
          </a:xfrm>
          <a:prstGeom prst="rect">
            <a:avLst/>
          </a:prstGeom>
          <a:solidFill>
            <a:srgbClr val="9C8A6B"/>
          </a:solidFill>
          <a:ln w="12700">
            <a:solidFill>
              <a:srgbClr val="9C8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7 · 30 nov–6 dic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empresarial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financieros, Ley 1116 de 2006 y continuidad del negocio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606040" cy="64008"/>
          </a:xfrm>
          <a:prstGeom prst="rect">
            <a:avLst/>
          </a:prstGeom>
          <a:solidFill>
            <a:srgbClr val="6E675C"/>
          </a:solidFill>
          <a:ln w="12700">
            <a:solidFill>
              <a:srgbClr val="6E67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8 · 7–11 dic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TA4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 de la consultoría a TALENT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ALCANCE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recibe TALENT y qué 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Sí recibirá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 tipo de empresa con ventajas y desventajas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para formalizarse: RUT, matrícula y facturación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los estatutos de la S.A.S.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registrabilidad de la marca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modelo, términos y política de datos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 y continuidad del negocio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incluye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trámites o pagos a nombre de TALENT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la contabilidad o declarar impuestos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Asesoría legal con responsabilidad de abogado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Radicar y seguir el registro de marca en la SIC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la plataforma tecnológica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inversionistas o clientes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necesitamos de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TA1 el 2 de noviembre, pedimos a la fundadora estos soportes y su aceptación del alcance.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el acta del diagnóstico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las respuestas del 27 de octubre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788920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los soportes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RUT, planilla PILA y licencia SST de la aliada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76472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3895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el alcance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 y lo que no, por escrito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764024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882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la sesión de TA1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del 2 de noviembre, por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18872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9748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9776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Bárbara, Lina, Diana, Yurany y Carolina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6177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5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 INFRASTRUCTURE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lent">
  <a:themeElements>
    <a:clrScheme name="Talent">
      <a:dk1>
        <a:srgbClr val="0F0F0F"/>
      </a:dk1>
      <a:lt1>
        <a:srgbClr val="F3EFE7"/>
      </a:lt1>
      <a:dk2>
        <a:srgbClr val="1A1816"/>
      </a:dk2>
      <a:lt2>
        <a:srgbClr val="E5D9C3"/>
      </a:lt2>
      <a:accent1>
        <a:srgbClr val="E5D9C3"/>
      </a:accent1>
      <a:accent2>
        <a:srgbClr val="9C8A6B"/>
      </a:accent2>
      <a:accent3>
        <a:srgbClr val="C9B48F"/>
      </a:accent3>
      <a:accent4>
        <a:srgbClr val="6E675C"/>
      </a:accent4>
      <a:accent5>
        <a:srgbClr val="8C3B2A"/>
      </a:accent5>
      <a:accent6>
        <a:srgbClr val="3E6B3A"/>
      </a:accent6>
      <a:hlink>
        <a:srgbClr val="9C8A6B"/>
      </a:hlink>
      <a:folHlink>
        <a:srgbClr val="6E675C"/>
      </a:folHlink>
    </a:clrScheme>
    <a:fontScheme name="Talen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Accountability TALENT</dc:title>
  <dc:subject>PptxGenJS Presentation</dc:subject>
  <dc:creator>Equipo consultor TALENT</dc:creator>
  <cp:lastModifiedBy>Equipo consultor TALENT</cp:lastModifiedBy>
  <cp:revision>1</cp:revision>
  <dcterms:created xsi:type="dcterms:W3CDTF">2026-10-29T02:46:00Z</dcterms:created>
  <dcterms:modified xsi:type="dcterms:W3CDTF">2026-10-29T02:46:00Z</dcterms:modified>
</cp:coreProperties>
</file>